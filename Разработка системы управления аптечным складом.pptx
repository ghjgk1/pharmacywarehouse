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 autoAdjust="0"/>
  </p:normalViewPr>
  <p:slideViewPr>
    <p:cSldViewPr snapToGrid="0">
      <p:cViewPr varScale="1">
        <p:scale>
          <a:sx n="124" d="100"/>
          <a:sy n="124" d="100"/>
        </p:scale>
        <p:origin x="120" y="1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5" d="100"/>
          <a:sy n="95" d="100"/>
        </p:scale>
        <p:origin x="4042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1D61-7E5C-44B0-B4F2-FB62B010914E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0EC02-6FD9-4D3D-818E-82A7358AC9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25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E0EC02-6FD9-4D3D-818E-82A7358AC94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605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070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440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96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875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646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920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13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7888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8327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103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74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1728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297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889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6574961-B53F-4289-880C-369E8022A8B7}" type="datetimeFigureOut">
              <a:rPr lang="ru-RU" smtClean="0"/>
              <a:t>20.01.2026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6E81A1D-DD59-4E77-B1C5-EA8D0B89381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389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7F492-8BF3-47A3-863D-4D7117126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Разработка системы управления аптечным складом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E1DE53-A188-4F7F-B9D1-A31FDFE1A3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B6C690-B9F5-4FE2-8E37-16CCEFD0F043}"/>
              </a:ext>
            </a:extLst>
          </p:cNvPr>
          <p:cNvSpPr txBox="1"/>
          <p:nvPr/>
        </p:nvSpPr>
        <p:spPr>
          <a:xfrm>
            <a:off x="1066800" y="0"/>
            <a:ext cx="10049933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ГОСУДАРСТВЕННОЕ</a:t>
            </a:r>
            <a:r>
              <a:rPr lang="en-US" sz="2000" dirty="0"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АВТОНОМНОЕ ПРОФЕССИОНАЛЬНОЕ ОБРАЗОВАТЕЛЬНОЕ УЧРЕЖДЕНИЕ СВЕРДЛОВСКОЙ ОБЛАСТИ "ЕКАТЕРИНБУРГСКИЙ КОЛЛЕДЖ ТРАНСПОРТНОГО СТРОИТЕЛЬСТВА"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BA2E350E-8F0E-4DDD-BD04-C0C6A2B35CB1}"/>
              </a:ext>
            </a:extLst>
          </p:cNvPr>
          <p:cNvSpPr txBox="1">
            <a:spLocks/>
          </p:cNvSpPr>
          <p:nvPr/>
        </p:nvSpPr>
        <p:spPr>
          <a:xfrm>
            <a:off x="3255639" y="5564945"/>
            <a:ext cx="8936361" cy="10862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ПР-41 Никитин С.А.</a:t>
            </a:r>
          </a:p>
          <a:p>
            <a:pPr marL="0" indent="0" algn="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Гариев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</a:p>
        </p:txBody>
      </p:sp>
    </p:spTree>
    <p:extLst>
      <p:ext uri="{BB962C8B-B14F-4D97-AF65-F5344CB8AC3E}">
        <p14:creationId xmlns:p14="http://schemas.microsoft.com/office/powerpoint/2010/main" val="403845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50C06E5-85EC-44D0-8694-C9761E845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Проблема:</a:t>
            </a:r>
            <a:r>
              <a:rPr lang="ru-RU" dirty="0"/>
              <a:t> Учёт товаров на аптечном складе вручную или в устаревших системах приводит к ошибкам.</a:t>
            </a:r>
          </a:p>
          <a:p>
            <a:r>
              <a:rPr lang="ru-RU" b="1" dirty="0"/>
              <a:t>Решение:</a:t>
            </a:r>
            <a:r>
              <a:rPr lang="ru-RU" dirty="0"/>
              <a:t> Специализированное ПО автоматизирует ключевые процессы. Это повышает точность, скорость работы и помогает соблюдать строгие нормативные требования.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1C7899FE-207A-4DB6-8FA5-ECFF18726D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09625" y="447675"/>
            <a:ext cx="10572750" cy="9699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494136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903529-0759-45B5-944E-73426AE1F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Предметная область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2E505C-0777-463B-8053-A59506B01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582" y="1771265"/>
            <a:ext cx="7034007" cy="3636511"/>
          </a:xfrm>
        </p:spPr>
        <p:txBody>
          <a:bodyPr>
            <a:normAutofit/>
          </a:bodyPr>
          <a:lstStyle/>
          <a:p>
            <a:r>
              <a:rPr lang="ru-RU" b="1" dirty="0"/>
              <a:t>Предметная область проекта</a:t>
            </a:r>
            <a:r>
              <a:rPr lang="ru-RU" dirty="0"/>
              <a:t> — разработка информационной системы для автоматизации складского учёта в аптечной организации. Приложение превращает рутинные операции по приёму, хранению и отпуску лекарственных средств в контролируемый и документированный цифровой процесс.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54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C8F6C7-8D2B-4058-992D-8FF2966A2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397C5D-60B7-4381-AE24-8BC02240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 Разработать </a:t>
            </a:r>
            <a:r>
              <a:rPr lang="ru-RU" dirty="0" err="1"/>
              <a:t>desktop</a:t>
            </a:r>
            <a:r>
              <a:rPr lang="ru-RU" dirty="0"/>
              <a:t>-приложение для автоматизации, контроля и учёта товародвижения на аптечном складе.</a:t>
            </a:r>
          </a:p>
          <a:p>
            <a:pPr marL="0" indent="0">
              <a:buNone/>
            </a:pPr>
            <a:r>
              <a:rPr lang="ru-RU" b="1" dirty="0"/>
              <a:t>Задачи</a:t>
            </a:r>
            <a:r>
              <a:rPr lang="ru-RU" dirty="0"/>
              <a:t>:</a:t>
            </a:r>
          </a:p>
          <a:p>
            <a:r>
              <a:rPr lang="ru-RU" dirty="0"/>
              <a:t>Анализ</a:t>
            </a:r>
          </a:p>
          <a:p>
            <a:r>
              <a:rPr lang="ru-RU" dirty="0"/>
              <a:t>Проектирование</a:t>
            </a:r>
          </a:p>
          <a:p>
            <a:r>
              <a:rPr lang="ru-RU" dirty="0"/>
              <a:t>Тестирование</a:t>
            </a:r>
          </a:p>
          <a:p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D1BE50-C62C-4BCF-893D-AFFD930FB12C}"/>
              </a:ext>
            </a:extLst>
          </p:cNvPr>
          <p:cNvSpPr txBox="1">
            <a:spLocks/>
          </p:cNvSpPr>
          <p:nvPr/>
        </p:nvSpPr>
        <p:spPr>
          <a:xfrm>
            <a:off x="397933" y="228600"/>
            <a:ext cx="9601200" cy="14859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243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92EC1-C699-457D-A6E6-FFD817BB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базы данных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7A83E7-6B9F-44E9-BA0F-D6791E0DA4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69019" y="1516620"/>
            <a:ext cx="6853959" cy="5125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52010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92EC1-C699-457D-A6E6-FFD817BB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5EDBE3E2-2A52-4CD7-BAFB-9CDEF9FEA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34" y="2588742"/>
            <a:ext cx="2716428" cy="3055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Image with background removed">
            <a:extLst>
              <a:ext uri="{FF2B5EF4-FFF2-40B4-BE49-F238E27FC236}">
                <a16:creationId xmlns:a16="http://schemas.microsoft.com/office/drawing/2014/main" id="{635F49C4-A643-493F-B4CD-3016A7467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342" y="3651422"/>
            <a:ext cx="2895315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age with background removed">
            <a:extLst>
              <a:ext uri="{FF2B5EF4-FFF2-40B4-BE49-F238E27FC236}">
                <a16:creationId xmlns:a16="http://schemas.microsoft.com/office/drawing/2014/main" id="{99CBBAD6-B0C7-4666-BCAE-B404CC3EA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342" y="3651422"/>
            <a:ext cx="2895315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Original image">
            <a:extLst>
              <a:ext uri="{FF2B5EF4-FFF2-40B4-BE49-F238E27FC236}">
                <a16:creationId xmlns:a16="http://schemas.microsoft.com/office/drawing/2014/main" id="{FCBD2FB5-76AF-4A72-AB3A-AD127CF57F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917" y="-8023053"/>
            <a:ext cx="2895315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3" name="Picture 19" descr="Image with background removed">
            <a:extLst>
              <a:ext uri="{FF2B5EF4-FFF2-40B4-BE49-F238E27FC236}">
                <a16:creationId xmlns:a16="http://schemas.microsoft.com/office/drawing/2014/main" id="{AF6E4CEA-D389-4500-96A4-AAC001448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5094" y="2851022"/>
            <a:ext cx="4936906" cy="237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Image with background removed">
            <a:extLst>
              <a:ext uri="{FF2B5EF4-FFF2-40B4-BE49-F238E27FC236}">
                <a16:creationId xmlns:a16="http://schemas.microsoft.com/office/drawing/2014/main" id="{7554EE75-5513-4CCE-8DDD-7EC5EB711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435" y="2395478"/>
            <a:ext cx="6016242" cy="2895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846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992EC1-C699-457D-A6E6-FFD817BB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10B0C6-B363-4089-ADFB-5E120227E8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94099" y="2257347"/>
            <a:ext cx="3331845" cy="33318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B42F7DC-0AD3-4310-81E2-B1E3A31F4863}"/>
              </a:ext>
            </a:extLst>
          </p:cNvPr>
          <p:cNvSpPr txBox="1"/>
          <p:nvPr/>
        </p:nvSpPr>
        <p:spPr>
          <a:xfrm>
            <a:off x="8797061" y="5682523"/>
            <a:ext cx="1725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код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92D53-4574-4833-A054-ED80A433DDD7}"/>
              </a:ext>
            </a:extLst>
          </p:cNvPr>
          <p:cNvSpPr txBox="1"/>
          <p:nvPr/>
        </p:nvSpPr>
        <p:spPr>
          <a:xfrm>
            <a:off x="423334" y="2210224"/>
            <a:ext cx="6502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система управления складом для аптеки на C# и Windows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Функции: управление номенклатурой и партиями, полный цикл документооборота.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Архитектура: MVVM. Все данные хранятся централизованно в базе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4126495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TM03457503[[fn=Цитаты]]</Template>
  <TotalTime>39</TotalTime>
  <Words>72</Words>
  <Application>Microsoft Office PowerPoint</Application>
  <PresentationFormat>Широкоэкранный</PresentationFormat>
  <Paragraphs>23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Century Gothic</vt:lpstr>
      <vt:lpstr>Roboto</vt:lpstr>
      <vt:lpstr>Times New Roman</vt:lpstr>
      <vt:lpstr>Wingdings 2</vt:lpstr>
      <vt:lpstr>Цитаты</vt:lpstr>
      <vt:lpstr>Разработка системы управления аптечным складом</vt:lpstr>
      <vt:lpstr>Актуальность проекта</vt:lpstr>
      <vt:lpstr>Предметная область</vt:lpstr>
      <vt:lpstr>Цель и задачи проекта</vt:lpstr>
      <vt:lpstr>Структура базы данных</vt:lpstr>
      <vt:lpstr>Инструменты разработки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системы управления аптечным складом</dc:title>
  <dc:creator>st310-10</dc:creator>
  <cp:lastModifiedBy>st310-10</cp:lastModifiedBy>
  <cp:revision>5</cp:revision>
  <dcterms:created xsi:type="dcterms:W3CDTF">2026-01-20T07:42:07Z</dcterms:created>
  <dcterms:modified xsi:type="dcterms:W3CDTF">2026-01-20T08:21:23Z</dcterms:modified>
</cp:coreProperties>
</file>